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9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596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548640" y="1188720"/>
            <a:ext cx="54864" cy="25603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RESEARCH AGENT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INTEL.ai</a:t>
            </a:r>
            <a:endParaRPr lang="en-US" sz="7200" dirty="0"/>
          </a:p>
        </p:txBody>
      </p:sp>
      <p:sp>
        <p:nvSpPr>
          <p:cNvPr id="39" name="Text 37"/>
          <p:cNvSpPr/>
          <p:nvPr/>
        </p:nvSpPr>
        <p:spPr>
          <a:xfrm>
            <a:off x="7315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BF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Intelligence On Demand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3152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— Project 3  |  Group 01  |  March 2026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31520" y="4206240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73152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48840" y="4206240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214884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66160" y="4206240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356616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" y="4590288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731520" y="4590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48840" y="4590288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2148840" y="4590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66160" y="4590288"/>
            <a:ext cx="12801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3566160" y="4590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INTEL.ai do?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F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 company name + ticker. The agent does everything else.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56032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4864" cy="13716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56032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246120" y="1874520"/>
            <a:ext cx="54864" cy="1371600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F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2900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256032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54864" cy="13716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2179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pipeline that autonomously generates comprehensive strategic intelligence reports — including executive summary, financials, news, competitive landscape, and strategic recommendations.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Two-Layer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840480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840480" cy="411480"/>
          </a:xfrm>
          <a:prstGeom prst="rect">
            <a:avLst/>
          </a:prstGeom>
          <a:solidFill>
            <a:srgbClr val="1A2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ORCHESTRATION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trigger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Serper API — web 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API — news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Vantage — financials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data into JSON payload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to Python backend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971800"/>
            <a:ext cx="640080" cy="0"/>
          </a:xfrm>
          <a:prstGeom prst="line">
            <a:avLst/>
          </a:prstGeom>
          <a:noFill/>
          <a:ln w="254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6634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F135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840480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3840480" cy="411480"/>
          </a:xfrm>
          <a:prstGeom prst="rect">
            <a:avLst/>
          </a:prstGeom>
          <a:solidFill>
            <a:srgbClr val="1A1A2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F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INTELLIGENCE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ReAct agent (6 nodes)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Serper + Guardian + Alpha Vantage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symbol for exact financials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RAG guidance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synthesis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&amp; saves Markdown report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APIs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20240" cy="54864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n8n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41732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487168" y="1417320"/>
            <a:ext cx="1920240" cy="54864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578608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78608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41732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608576" y="1417320"/>
            <a:ext cx="1920240" cy="5486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700016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GPT-4o-mini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0016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9984" y="141732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6729984" y="1417320"/>
            <a:ext cx="1920240" cy="54864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821424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Pinecone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21424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RAG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1920240" cy="54864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Serper 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87168" y="292608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2487168" y="2926080"/>
            <a:ext cx="1920240" cy="54864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2578608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Guardian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78608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08576" y="292608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608576" y="2926080"/>
            <a:ext cx="1920240" cy="5486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700016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Alpha Vantage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00016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9984" y="2926080"/>
            <a:ext cx="19202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729984" y="2926080"/>
            <a:ext cx="1920240" cy="54864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6821424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 + ngrok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1424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Tunnel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INTEL.ai — Live at ngrok Public URL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>
                <a:solidFill>
                  <a:srgbClr val="3BF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https://web-production-e40a7.up.railway.app/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any company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770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symbol for exact financials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172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Steps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770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pipeline progress display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Markdown in browser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29184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3375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🖨️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33756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Dark-theme preserved print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291840"/>
            <a:ext cx="265176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172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7220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History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reports in session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Made It Live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" cy="9601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4721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8562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Flask server running locally on port 5000. Handles all API calls, agent execution, and serves the frontend.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54864" cy="960120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F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34440" y="2569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9535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flask-cloudflared auto-creates a public URL on startup.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https://usa-turned-arlington-draw.trycloudflare.com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841248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54864" cy="9601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36667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ngrok Tunnel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0507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backup public URL using ngrok free tier.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https://impose-paragraphs-consolidated-linear.trycloudflare.com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Had to Solve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Complexity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too complex to debug — moved intelligence to 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206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54864" cy="100584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2023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92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used training data instead of APIs — fixed by injecting real JSON into prompt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206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54864" cy="100584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081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Guessing ticker from name was wrong — added dedicated ticker input field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206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54864" cy="1005840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Tunnel Stability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081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kept failing — added ngrok as reliable backup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54864" cy="1005840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2702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WeasyPrint incompatible with Python 3.9 — used browser print with CSS @media print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Companies Tested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411480"/>
          </a:xfrm>
          <a:prstGeom prst="rect">
            <a:avLst/>
          </a:prstGeom>
          <a:solidFill>
            <a:srgbClr val="1A2A1A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417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Sections Generated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Inc.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F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AAPL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920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Financials, news, competitive analysis, strategic risks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Inc.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F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560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market analysis, recent news, market position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200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F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strategy, Azure growth, competitive landscape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 includes: Executive Summary  •  Financial Overview  •  Recent News &amp; Sentiment  •  Competitive Landscape  •  Market Position  •  Strategic Assessment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548640" y="914400"/>
            <a:ext cx="54864" cy="292608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ACHIEVED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Accomplished.</a:t>
            </a:r>
            <a:endParaRPr lang="en-US" sz="5200" dirty="0"/>
          </a:p>
        </p:txBody>
      </p:sp>
      <p:sp>
        <p:nvSpPr>
          <p:cNvPr id="39" name="Text 37"/>
          <p:cNvSpPr/>
          <p:nvPr/>
        </p:nvSpPr>
        <p:spPr>
          <a:xfrm>
            <a:off x="731520" y="265176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Fully autonomous research pipeline — one input, full report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live APIs: Serper, Guardian, Alpha Vantage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LangGraph ReAct agent with validation &amp; retry logic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Professional INTEL.ai web UI with ticker input &amp; PDF export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Public URL via ngrok — accessible by everyone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F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 01 — Ironhack AI Bootcamp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40080" y="1417320"/>
            <a:ext cx="237744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640080" y="1417320"/>
            <a:ext cx="2377440" cy="54864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1828800" cy="1828800"/>
          </a:xfrm>
          <a:prstGeom prst="ellipse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4008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Kinda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64008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Integration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383280" y="1417320"/>
            <a:ext cx="237744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Shape 42"/>
          <p:cNvSpPr/>
          <p:nvPr/>
        </p:nvSpPr>
        <p:spPr>
          <a:xfrm>
            <a:off x="3383280" y="1417320"/>
            <a:ext cx="2377440" cy="54864"/>
          </a:xfrm>
          <a:prstGeom prst="rect">
            <a:avLst/>
          </a:prstGeom>
          <a:solidFill>
            <a:srgbClr val="3BF5B0"/>
          </a:solidFill>
          <a:ln w="12700">
            <a:solidFill>
              <a:srgbClr val="3BF5B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600200"/>
            <a:ext cx="1828800" cy="1828800"/>
          </a:xfrm>
          <a:prstGeom prst="ellipse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338328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Anson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338328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Workflow &amp; Architecture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6126480" y="1417320"/>
            <a:ext cx="2377440" cy="3291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0" name="Shape 46"/>
          <p:cNvSpPr/>
          <p:nvPr/>
        </p:nvSpPr>
        <p:spPr>
          <a:xfrm>
            <a:off x="6126480" y="1417320"/>
            <a:ext cx="2377440" cy="5486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00200"/>
            <a:ext cx="1828800" cy="1828800"/>
          </a:xfrm>
          <a:prstGeom prst="ellipse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612648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Szilard</a:t>
            </a:r>
            <a:endParaRPr lang="en-US" sz="1800" dirty="0"/>
          </a:p>
        </p:txBody>
      </p:sp>
      <p:sp>
        <p:nvSpPr>
          <p:cNvPr id="53" name="Text 48"/>
          <p:cNvSpPr/>
          <p:nvPr/>
        </p:nvSpPr>
        <p:spPr>
          <a:xfrm>
            <a:off x="612648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Pipeline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AI Bootcamp  |  Group 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Microsoft Macintosh PowerPoint</Application>
  <PresentationFormat>Bildschirmpräsentation (16:9)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01 - Autonomous Research Agent</dc:title>
  <dc:subject>PptxGenJS Presentation</dc:subject>
  <dc:creator>PptxGenJS</dc:creator>
  <cp:lastModifiedBy>kinda faisal</cp:lastModifiedBy>
  <cp:revision>2</cp:revision>
  <dcterms:created xsi:type="dcterms:W3CDTF">2026-03-06T08:31:24Z</dcterms:created>
  <dcterms:modified xsi:type="dcterms:W3CDTF">2026-03-06T19:06:49Z</dcterms:modified>
</cp:coreProperties>
</file>